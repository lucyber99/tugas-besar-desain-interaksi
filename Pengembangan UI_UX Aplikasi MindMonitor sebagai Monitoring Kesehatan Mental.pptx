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64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3B42-606D-C33C-8480-75A5B273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34F3C-360B-8271-FD6A-2C6D9470E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0A7C5-003B-199E-7DB0-12484E4A4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2AA05-97A2-85DF-F24C-F8958ECFA4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41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27.png"/><Relationship Id="rId3" Type="http://schemas.openxmlformats.org/officeDocument/2006/relationships/image" Target="../media/image14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15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5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381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3800" y="5257800"/>
            <a:ext cx="838200" cy="121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821" y="2667000"/>
            <a:ext cx="1714500" cy="1714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3815" y="3901611"/>
            <a:ext cx="2350510" cy="95977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3808" y="3333750"/>
            <a:ext cx="390525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3521" y="308610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3521" y="3429000"/>
            <a:ext cx="14287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3521" y="37719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3131" y="5257800"/>
            <a:ext cx="19050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3131" y="5257800"/>
            <a:ext cx="571500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190500"/>
            <a:ext cx="571500" cy="857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5429250"/>
            <a:ext cx="12192000" cy="14287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-372472" y="1257300"/>
            <a:ext cx="129367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Pengembangan UI/UX Aplikasi MindMonitor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2418427" y="1943100"/>
            <a:ext cx="735484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sebagai Monitoring Kesehatan Mental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5819120" y="3048000"/>
            <a:ext cx="24528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Untuk Mahasiswa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5806812" y="3390900"/>
            <a:ext cx="26005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Melalui Smartwatch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5791885" y="3733800"/>
            <a:ext cx="27796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Real-time Monitoring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3980572" y="5410200"/>
            <a:ext cx="42307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Progress Pengembangan: Initial Research &amp; Planning</a:t>
            </a:r>
            <a:endParaRPr lang="en-US" sz="1050" dirty="0"/>
          </a:p>
        </p:txBody>
      </p:sp>
      <p:sp>
        <p:nvSpPr>
          <p:cNvPr id="21" name="Text 6"/>
          <p:cNvSpPr/>
          <p:nvPr/>
        </p:nvSpPr>
        <p:spPr>
          <a:xfrm>
            <a:off x="10403036" y="6029325"/>
            <a:ext cx="17657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PT 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Generasi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Rebahan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Berkarya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790700"/>
            <a:ext cx="36576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1930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1336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1790700"/>
            <a:ext cx="3657600" cy="182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800" y="2019300"/>
            <a:ext cx="4572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21336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790700"/>
            <a:ext cx="365760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0" y="2019300"/>
            <a:ext cx="485775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300" y="21336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924300"/>
            <a:ext cx="571500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143500"/>
            <a:ext cx="2667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248275"/>
            <a:ext cx="1143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190500"/>
            <a:ext cx="522779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Urgensi Permasalahan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381000" y="11430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Kesehatan mental mahasiswa menjadi perhatian yang dianggap remeh: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219200" y="2152650"/>
            <a:ext cx="20518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Stres Psikologis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609600" y="270510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Tingkat stres yang tinggi mempengaruhi kinerja akademik dan kualitas hidup.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5105400" y="2152650"/>
            <a:ext cx="28144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Kecemasan Akademik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4495800" y="2705100"/>
            <a:ext cx="3200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Kecemasan yang seringkali berkembang secara bertahap seiring dengan beban akademik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9020175" y="2152650"/>
            <a:ext cx="206472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Gangguan Tidur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8382000" y="270510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Banyak mahasiswa mengabaikan jam tidu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09600" y="41529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Solusi: MindMonitor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609600" y="45720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Aplikasi MindMonitor sebagai solusi inovatif untuk monitoring kesehatan mental secara real-time.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990600" y="5219700"/>
            <a:ext cx="34132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Memanfaatkan teknologi smartwatch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28800"/>
            <a:ext cx="5562600" cy="160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574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26695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0099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828800"/>
            <a:ext cx="5562600" cy="1600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057400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5125" y="226695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7600" y="3009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733800"/>
            <a:ext cx="5562600" cy="1600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962400"/>
            <a:ext cx="7620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775" y="4171950"/>
            <a:ext cx="2476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49149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3733800"/>
            <a:ext cx="5562600" cy="1600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962400"/>
            <a:ext cx="7620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7025" y="4171950"/>
            <a:ext cx="3619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7600" y="4914900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190500"/>
            <a:ext cx="655099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Progress yang Telah Dicapai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381000" y="1143000"/>
            <a:ext cx="67358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Pengembangan UI/UX Aplikasi MindMonitor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171575" y="2295525"/>
            <a:ext cx="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Font Awesome 6 Free" pitchFamily="34" charset="0"/>
                <a:ea typeface="Font Awesome 6 Free" pitchFamily="34" charset="-122"/>
                <a:cs typeface="Font Awesome 6 Free" pitchFamily="34" charset="-120"/>
              </a:rPr>
              <a:t>
</a:t>
            </a:r>
            <a:endParaRPr lang="en-US" sz="2250" dirty="0"/>
          </a:p>
        </p:txBody>
      </p:sp>
      <p:sp>
        <p:nvSpPr>
          <p:cNvPr id="25" name="Text 3"/>
          <p:cNvSpPr/>
          <p:nvPr/>
        </p:nvSpPr>
        <p:spPr>
          <a:xfrm>
            <a:off x="1600200" y="2057400"/>
            <a:ext cx="493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Sesi Asistensi Pertama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1600200" y="2400300"/>
            <a:ext cx="4114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Menyelesaikan sesi asistensi awal untuk menyelaraskan pemahaman proyek dan tujuan.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828800" y="2971800"/>
            <a:ext cx="6500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Selesai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7467600" y="2057400"/>
            <a:ext cx="493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Pengembangan User Persona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7467600" y="2400300"/>
            <a:ext cx="4114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Membuat user persona untuk merepresentasikan profil pengguna potensial, yaitu mahasiswa.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696200" y="2971800"/>
            <a:ext cx="6500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Selesai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1600200" y="3962400"/>
            <a:ext cx="493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Pembuatan Kuesioner (Google Form)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1600200" y="4305300"/>
            <a:ext cx="4114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Membuat dan menyebarkan kuesioner melalui Google Form untuk mengumpulkan data awal.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828800" y="4876800"/>
            <a:ext cx="6500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Selesai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7467600" y="396240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Penentuan Metode</a:t>
            </a:r>
            <a:endParaRPr lang="en-US" sz="1500" dirty="0"/>
          </a:p>
        </p:txBody>
      </p:sp>
      <p:sp>
        <p:nvSpPr>
          <p:cNvPr id="35" name="Text 13"/>
          <p:cNvSpPr/>
          <p:nvPr/>
        </p:nvSpPr>
        <p:spPr>
          <a:xfrm>
            <a:off x="7467600" y="4305300"/>
            <a:ext cx="4114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Secara resmi menetapkan User-Centered Design sebagai metodologi utama pengembangan.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7696200" y="4876800"/>
            <a:ext cx="6500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Selesai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11E46-CD4C-650B-F528-67BC6510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53EFC7A-CABD-533C-F408-AAA9F048C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962FFA5A-A617-840D-3266-E709F98C1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709738"/>
            <a:ext cx="5562600" cy="3620354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C4962729-4710-2AFB-955F-F9DCBFA62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5638800"/>
            <a:ext cx="11430000" cy="57150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50AD61D2-1B63-B790-9D21-07DF5A8414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791200"/>
            <a:ext cx="171450" cy="266700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BC7540A1-5007-63EC-B99B-C8AB40F0C759}"/>
              </a:ext>
            </a:extLst>
          </p:cNvPr>
          <p:cNvSpPr/>
          <p:nvPr/>
        </p:nvSpPr>
        <p:spPr>
          <a:xfrm>
            <a:off x="381000" y="190500"/>
            <a:ext cx="655099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Progress yang Telah Dicapai</a:t>
            </a:r>
            <a:endParaRPr lang="en-US" sz="27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A67DB7A-D41A-9E19-09F2-E4E4A8F74FF6}"/>
              </a:ext>
            </a:extLst>
          </p:cNvPr>
          <p:cNvSpPr/>
          <p:nvPr/>
        </p:nvSpPr>
        <p:spPr>
          <a:xfrm>
            <a:off x="381000" y="1143000"/>
            <a:ext cx="67358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User Flow </a:t>
            </a:r>
            <a:r>
              <a:rPr lang="en-US" b="1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Brainstroming</a:t>
            </a:r>
            <a:endParaRPr lang="en-US" sz="18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0449149-F71C-6EA1-EEF7-7C1EBF990CBB}"/>
              </a:ext>
            </a:extLst>
          </p:cNvPr>
          <p:cNvSpPr/>
          <p:nvPr/>
        </p:nvSpPr>
        <p:spPr>
          <a:xfrm>
            <a:off x="1171575" y="2295525"/>
            <a:ext cx="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Font Awesome 6 Free" pitchFamily="34" charset="0"/>
                <a:ea typeface="Font Awesome 6 Free" pitchFamily="34" charset="-122"/>
                <a:cs typeface="Font Awesome 6 Free" pitchFamily="34" charset="-120"/>
              </a:rPr>
              <a:t>
</a:t>
            </a:r>
            <a:endParaRPr lang="en-US" sz="225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23942AD2-A1C8-BB34-9B17-443F23E39D18}"/>
              </a:ext>
            </a:extLst>
          </p:cNvPr>
          <p:cNvSpPr/>
          <p:nvPr/>
        </p:nvSpPr>
        <p:spPr>
          <a:xfrm>
            <a:off x="1600200" y="2057400"/>
            <a:ext cx="493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2E31BA4F-0250-E5E4-2358-096AEFC11A27}"/>
              </a:ext>
            </a:extLst>
          </p:cNvPr>
          <p:cNvSpPr/>
          <p:nvPr/>
        </p:nvSpPr>
        <p:spPr>
          <a:xfrm>
            <a:off x="1600200" y="2400300"/>
            <a:ext cx="4114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A29A3C79-DD08-1F91-096B-C74188FAAD12}"/>
              </a:ext>
            </a:extLst>
          </p:cNvPr>
          <p:cNvSpPr/>
          <p:nvPr/>
        </p:nvSpPr>
        <p:spPr>
          <a:xfrm>
            <a:off x="819150" y="5810250"/>
            <a:ext cx="56237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Langkah selanjutnya: Brainstorming untuk wireframe aplikasi</a:t>
            </a:r>
            <a:endParaRPr lang="en-US" sz="1200" dirty="0"/>
          </a:p>
        </p:txBody>
      </p:sp>
      <p:pic>
        <p:nvPicPr>
          <p:cNvPr id="39" name="Gambar 38">
            <a:extLst>
              <a:ext uri="{FF2B5EF4-FFF2-40B4-BE49-F238E27FC236}">
                <a16:creationId xmlns:a16="http://schemas.microsoft.com/office/drawing/2014/main" id="{4DAF50B4-995E-F6D1-3EB3-DEAECB267E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143" y="1714459"/>
            <a:ext cx="8435518" cy="37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7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1049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524000"/>
            <a:ext cx="55626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1828800"/>
            <a:ext cx="371475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4310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8300" y="19240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048000"/>
            <a:ext cx="1714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467100"/>
            <a:ext cx="5562600" cy="101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771900"/>
            <a:ext cx="4191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8862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8300" y="38671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5467350"/>
            <a:ext cx="5562600" cy="1028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5657850"/>
            <a:ext cx="419100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7721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05450" y="5753100"/>
            <a:ext cx="1714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1104900"/>
            <a:ext cx="20002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1524000"/>
            <a:ext cx="5562600" cy="1447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4163" y="1752600"/>
            <a:ext cx="28575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1752600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34125" y="4533900"/>
            <a:ext cx="5562600" cy="1104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24625" y="4838700"/>
            <a:ext cx="419100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38925" y="4953000"/>
            <a:ext cx="190500" cy="266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190500"/>
            <a:ext cx="943403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Status Progress dan Rencana Minggu Ini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647700" y="1066800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Progress yang Telah Dicapai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000125" y="1990725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Mencari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Referensi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Aplikasi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1019175" y="1981200"/>
            <a:ext cx="44291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590550" y="3009900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Progress yang Belum Selesai</a:t>
            </a:r>
            <a:endParaRPr lang="en-US" sz="1800" dirty="0"/>
          </a:p>
        </p:txBody>
      </p:sp>
      <p:sp>
        <p:nvSpPr>
          <p:cNvPr id="30" name="Text 5"/>
          <p:cNvSpPr/>
          <p:nvPr/>
        </p:nvSpPr>
        <p:spPr>
          <a:xfrm>
            <a:off x="1066800" y="3657600"/>
            <a:ext cx="438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Penyesuaian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User Persona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1066800" y="39243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Menyesuaikan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User persona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sesuai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dengan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yang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didapat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melalui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wawancara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/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pengambilan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data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dari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gform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066800" y="5657850"/>
            <a:ext cx="40249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Pemodelan Desain (UI Mockup)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1066800" y="5924550"/>
            <a:ext cx="40249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Pengembangan mockup UI belum dimulai.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6638925" y="10668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Rencana Minggu Ini</a:t>
            </a:r>
            <a:endParaRPr lang="en-US" sz="1800" dirty="0"/>
          </a:p>
        </p:txBody>
      </p:sp>
      <p:sp>
        <p:nvSpPr>
          <p:cNvPr id="35" name="Text 10"/>
          <p:cNvSpPr/>
          <p:nvPr/>
        </p:nvSpPr>
        <p:spPr>
          <a:xfrm>
            <a:off x="6972300" y="1752600"/>
            <a:ext cx="5623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Pembuatan Wireframe Low-Fidelity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6972300" y="205740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Memulai pembuatan wireframe low-fidelity setelah brainstorming.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7096125" y="47244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Fokus Utama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7096125" y="49911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Mengembangkan wireframe yang logis dan fungsional sebelum estetika.</a:t>
            </a:r>
            <a:endParaRPr lang="en-US" sz="1200" dirty="0"/>
          </a:p>
        </p:txBody>
      </p:sp>
      <p:pic>
        <p:nvPicPr>
          <p:cNvPr id="39" name="Image 17" descr="preencoded.png">
            <a:extLst>
              <a:ext uri="{FF2B5EF4-FFF2-40B4-BE49-F238E27FC236}">
                <a16:creationId xmlns:a16="http://schemas.microsoft.com/office/drawing/2014/main" id="{77BBF049-2D15-A390-0A54-C3E54D9A23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2667000"/>
            <a:ext cx="5562600" cy="1447800"/>
          </a:xfrm>
          <a:prstGeom prst="rect">
            <a:avLst/>
          </a:prstGeom>
        </p:spPr>
      </p:pic>
      <p:pic>
        <p:nvPicPr>
          <p:cNvPr id="40" name="Image 18" descr="preencoded.png">
            <a:extLst>
              <a:ext uri="{FF2B5EF4-FFF2-40B4-BE49-F238E27FC236}">
                <a16:creationId xmlns:a16="http://schemas.microsoft.com/office/drawing/2014/main" id="{E666A942-DE3A-7AC2-6B74-FC1DD5777A2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4163" y="2895600"/>
            <a:ext cx="28575" cy="762000"/>
          </a:xfrm>
          <a:prstGeom prst="rect">
            <a:avLst/>
          </a:prstGeom>
        </p:spPr>
      </p:pic>
      <p:pic>
        <p:nvPicPr>
          <p:cNvPr id="41" name="Image 19" descr="preencoded.png">
            <a:extLst>
              <a:ext uri="{FF2B5EF4-FFF2-40B4-BE49-F238E27FC236}">
                <a16:creationId xmlns:a16="http://schemas.microsoft.com/office/drawing/2014/main" id="{F6111780-38CC-5A9D-8139-04A2AFFBAD8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3130550"/>
            <a:ext cx="190500" cy="190500"/>
          </a:xfrm>
          <a:prstGeom prst="rect">
            <a:avLst/>
          </a:prstGeom>
        </p:spPr>
      </p:pic>
      <p:sp>
        <p:nvSpPr>
          <p:cNvPr id="42" name="Text 10">
            <a:extLst>
              <a:ext uri="{FF2B5EF4-FFF2-40B4-BE49-F238E27FC236}">
                <a16:creationId xmlns:a16="http://schemas.microsoft.com/office/drawing/2014/main" id="{E5067BDB-ED94-A116-D276-36E465758716}"/>
              </a:ext>
            </a:extLst>
          </p:cNvPr>
          <p:cNvSpPr/>
          <p:nvPr/>
        </p:nvSpPr>
        <p:spPr>
          <a:xfrm>
            <a:off x="6972300" y="2895600"/>
            <a:ext cx="5623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Iteratif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kebutuhan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pengguna</a:t>
            </a:r>
            <a:endParaRPr lang="en-US" sz="15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72FDA03-1DC1-2C0F-E42F-B409AEF685FB}"/>
              </a:ext>
            </a:extLst>
          </p:cNvPr>
          <p:cNvSpPr/>
          <p:nvPr/>
        </p:nvSpPr>
        <p:spPr>
          <a:xfrm>
            <a:off x="6972300" y="320040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Memastikan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fitur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sesuai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dengan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kebutuhan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pengguna</a:t>
            </a:r>
            <a:endParaRPr lang="en-US" sz="1200" dirty="0"/>
          </a:p>
        </p:txBody>
      </p:sp>
      <p:pic>
        <p:nvPicPr>
          <p:cNvPr id="44" name="Image 8" descr="preencoded.png">
            <a:extLst>
              <a:ext uri="{FF2B5EF4-FFF2-40B4-BE49-F238E27FC236}">
                <a16:creationId xmlns:a16="http://schemas.microsoft.com/office/drawing/2014/main" id="{D26BF7CC-3EFB-86E4-5B50-92C5D29BA9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275" y="4483100"/>
            <a:ext cx="5562600" cy="1016000"/>
          </a:xfrm>
          <a:prstGeom prst="rect">
            <a:avLst/>
          </a:prstGeom>
        </p:spPr>
      </p:pic>
      <p:pic>
        <p:nvPicPr>
          <p:cNvPr id="47" name="Image 11" descr="preencoded.png">
            <a:extLst>
              <a:ext uri="{FF2B5EF4-FFF2-40B4-BE49-F238E27FC236}">
                <a16:creationId xmlns:a16="http://schemas.microsoft.com/office/drawing/2014/main" id="{736A6AFE-D419-7A05-72BE-400541DB97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8775" y="4883150"/>
            <a:ext cx="228600" cy="304800"/>
          </a:xfrm>
          <a:prstGeom prst="rect">
            <a:avLst/>
          </a:prstGeom>
        </p:spPr>
      </p:pic>
      <p:sp>
        <p:nvSpPr>
          <p:cNvPr id="48" name="Text 5">
            <a:extLst>
              <a:ext uri="{FF2B5EF4-FFF2-40B4-BE49-F238E27FC236}">
                <a16:creationId xmlns:a16="http://schemas.microsoft.com/office/drawing/2014/main" id="{9B3529B5-2676-750D-60E5-22B2CD21CD05}"/>
              </a:ext>
            </a:extLst>
          </p:cNvPr>
          <p:cNvSpPr/>
          <p:nvPr/>
        </p:nvSpPr>
        <p:spPr>
          <a:xfrm>
            <a:off x="1057275" y="4673600"/>
            <a:ext cx="438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Pembuatan Wireframe</a:t>
            </a:r>
            <a:endParaRPr lang="en-US" sz="1500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E7321D63-4A7C-9A22-2131-7DAFA3D1EC73}"/>
              </a:ext>
            </a:extLst>
          </p:cNvPr>
          <p:cNvSpPr/>
          <p:nvPr/>
        </p:nvSpPr>
        <p:spPr>
          <a:xfrm>
            <a:off x="1057275" y="49403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Perancangan kerangka dasar tata letak aplikasi belum selesai.</a:t>
            </a:r>
            <a:endParaRPr lang="en-US" sz="1200" dirty="0"/>
          </a:p>
        </p:txBody>
      </p:sp>
      <p:pic>
        <p:nvPicPr>
          <p:cNvPr id="50" name="Image 12" descr="preencoded.png">
            <a:extLst>
              <a:ext uri="{FF2B5EF4-FFF2-40B4-BE49-F238E27FC236}">
                <a16:creationId xmlns:a16="http://schemas.microsoft.com/office/drawing/2014/main" id="{14AB13C1-5155-6556-B227-8838AA42350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4350" y="4714875"/>
            <a:ext cx="352425" cy="503464"/>
          </a:xfrm>
          <a:prstGeom prst="rect">
            <a:avLst/>
          </a:prstGeom>
        </p:spPr>
      </p:pic>
      <p:pic>
        <p:nvPicPr>
          <p:cNvPr id="51" name="Image 13" descr="preencoded.png">
            <a:extLst>
              <a:ext uri="{FF2B5EF4-FFF2-40B4-BE49-F238E27FC236}">
                <a16:creationId xmlns:a16="http://schemas.microsoft.com/office/drawing/2014/main" id="{4B6646F2-9068-9E31-C215-44A8CAF0B20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4363" y="4853215"/>
            <a:ext cx="151039" cy="201385"/>
          </a:xfrm>
          <a:prstGeom prst="rect">
            <a:avLst/>
          </a:prstGeom>
        </p:spPr>
      </p:pic>
      <p:sp>
        <p:nvSpPr>
          <p:cNvPr id="52" name="Text 2">
            <a:extLst>
              <a:ext uri="{FF2B5EF4-FFF2-40B4-BE49-F238E27FC236}">
                <a16:creationId xmlns:a16="http://schemas.microsoft.com/office/drawing/2014/main" id="{06C7E298-7A33-4A59-05EA-BDCD72291C97}"/>
              </a:ext>
            </a:extLst>
          </p:cNvPr>
          <p:cNvSpPr/>
          <p:nvPr/>
        </p:nvSpPr>
        <p:spPr>
          <a:xfrm>
            <a:off x="1019175" y="1733550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Brainstorming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Userflow</a:t>
            </a:r>
            <a:endParaRPr lang="en-US" sz="1500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DB4F7A2F-DCF3-FD7E-F7A3-EEE28CC5D790}"/>
              </a:ext>
            </a:extLst>
          </p:cNvPr>
          <p:cNvSpPr/>
          <p:nvPr/>
        </p:nvSpPr>
        <p:spPr>
          <a:xfrm>
            <a:off x="1009650" y="2238375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Gform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untuk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mengumpulkan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 data User Persona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81000" y="190500"/>
            <a:ext cx="690104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Kendala dan Strategi Mitigasi</a:t>
            </a:r>
            <a:endParaRPr lang="en-US" sz="2700" dirty="0"/>
          </a:p>
        </p:txBody>
      </p:sp>
      <p:pic>
        <p:nvPicPr>
          <p:cNvPr id="9" name="Image 8" descr="preencoded.png">
            <a:extLst>
              <a:ext uri="{FF2B5EF4-FFF2-40B4-BE49-F238E27FC236}">
                <a16:creationId xmlns:a16="http://schemas.microsoft.com/office/drawing/2014/main" id="{C72429C4-429F-70AB-2734-5CE006DDB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1181100"/>
            <a:ext cx="5562600" cy="1257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1257300"/>
            <a:ext cx="228600" cy="2286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358900" y="12192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Kendala Utama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1016000" y="1676400"/>
            <a:ext cx="5105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Minimnya Pengguna Smartwatch di Kalangan Mahasiswa</a:t>
            </a:r>
            <a:endParaRPr lang="en-US" sz="2100" dirty="0"/>
          </a:p>
        </p:txBody>
      </p:sp>
      <p:pic>
        <p:nvPicPr>
          <p:cNvPr id="11" name="Image 8" descr="preencoded.png">
            <a:extLst>
              <a:ext uri="{FF2B5EF4-FFF2-40B4-BE49-F238E27FC236}">
                <a16:creationId xmlns:a16="http://schemas.microsoft.com/office/drawing/2014/main" id="{0AA41121-5C0F-3A97-D79A-8E9E49BBD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2933700"/>
            <a:ext cx="5562600" cy="1257300"/>
          </a:xfrm>
          <a:prstGeom prst="rect">
            <a:avLst/>
          </a:prstGeom>
        </p:spPr>
      </p:pic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F79E3358-64F8-4971-FA81-C814A2CAC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009900"/>
            <a:ext cx="228600" cy="228600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E3CCB26C-F446-2723-49FA-1FFFAC427ADB}"/>
              </a:ext>
            </a:extLst>
          </p:cNvPr>
          <p:cNvSpPr/>
          <p:nvPr/>
        </p:nvSpPr>
        <p:spPr>
          <a:xfrm>
            <a:off x="1333500" y="29718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Kendala Desain</a:t>
            </a:r>
            <a:endParaRPr lang="en-US" sz="18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7843781-4FCA-EAEE-05D8-9C099A0436F8}"/>
              </a:ext>
            </a:extLst>
          </p:cNvPr>
          <p:cNvSpPr/>
          <p:nvPr/>
        </p:nvSpPr>
        <p:spPr>
          <a:xfrm>
            <a:off x="990600" y="3429000"/>
            <a:ext cx="5105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Kurang familiar </a:t>
            </a:r>
            <a:r>
              <a:rPr lang="en-US" sz="21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desain</a:t>
            </a:r>
            <a:r>
              <a:rPr lang="en-US" sz="21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21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minimalis</a:t>
            </a:r>
            <a:r>
              <a:rPr lang="en-US" sz="21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21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menggunakan</a:t>
            </a:r>
            <a:r>
              <a:rPr lang="en-US" sz="21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smartwatch 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305</Words>
  <Application>Microsoft Office PowerPoint</Application>
  <PresentationFormat>Layar Lebar</PresentationFormat>
  <Paragraphs>68</Paragraphs>
  <Slides>6</Slides>
  <Notes>6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0" baseType="lpstr">
      <vt:lpstr>Arial</vt:lpstr>
      <vt:lpstr>Font Awesome 6 Free</vt:lpstr>
      <vt:lpstr>ui-sans-serif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Revolusi Al-Ghifari</cp:lastModifiedBy>
  <cp:revision>4</cp:revision>
  <dcterms:created xsi:type="dcterms:W3CDTF">2025-11-14T00:50:06Z</dcterms:created>
  <dcterms:modified xsi:type="dcterms:W3CDTF">2025-11-14T01:17:40Z</dcterms:modified>
</cp:coreProperties>
</file>